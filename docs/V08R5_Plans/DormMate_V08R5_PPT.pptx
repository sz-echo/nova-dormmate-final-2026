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开场：一句话讲清作品是什么——一个系统、两条数据链、多端协同、事件闭环。四个状态色点对应统一规则的四状态。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四个问题引出四个能力：优先关注 / 处理动作 / 恢复判断 / 事件复盘。强调'恢复必须由新数据触发'是任务书 D3 的硬约束。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产品形态：Dashboard 盯屏总览、移动端随身快查快操作、3D 空间定位。强调三端一致性来自共享数据源（MQTT），不是各自维护。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架构图讲三条：离线链（CSV 即存储、无数据库）、实时链（MQTT 三端订阅）、统一防线（串线校验/本地重算/坏 JSON 拦截）。技术边界：无数据库、无真实传感器、无 LLM、无正式 ML 训练。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分工表（任务书 p16）：各入口承担不同信息任务——多端协同是多端互补，不是多端重复。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 讲稳定与防串线；D2 讲'现在先看谁'的程序化规则——时长回答'已经难受多久'，次数回答'反复异常'，nodeId 顺序是确定性兜底。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D3 是核心场景：事件生命周期三态 + 恢复硬约束。D4 讲工程健壮性。D5 讲 Rule 与 ML 并列、诚实保留不理想案例。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三个共同技术增强：E1 用 3D 表达空间与事件、E2 用语音与快照增强交互、E3 让移动端与 web 实时同步（共享数据源驱动）。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状态机唯一持有者是 Dashboard；恢复仅由新数据触发；同一 eventId 贯穿三态，3D 与移动端订阅广播渲染，不各自维护。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任务书要求至少保留 1 次真实故障与修复。校验链天然覆盖错误 JSON / 错误 Topic / 超范围；视频 S7 幕展示完整过程。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任务书 D5：不一致不判'错误'，分析判断依据差异；允许主动设计测试输入但不改模型输出。边界：无 Label / 准确率 / 调参 / 模型服务。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自主设计 10 条决策的 6 条代表性亮点。强调：全部是 C01 已学能力（Web/Python/MQTT/小程序/3D/ML）的重组，未引入超纲技术栈。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任务书允许开放拓展但不得替代共同完成线；本作品按红线如实声明，不虚标。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收尾：已知限制如实说明（等价替代先例），并邀请现场核验五项（任务书 p22-23 现场验收）。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960120"/>
            <a:ext cx="292608" cy="292608"/>
          </a:xfrm>
          <a:prstGeom prst="ellipse">
            <a:avLst/>
          </a:prstGeom>
          <a:solidFill>
            <a:srgbClr val="2790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194560" y="960120"/>
            <a:ext cx="292608" cy="292608"/>
          </a:xfrm>
          <a:prstGeom prst="ellipse">
            <a:avLst/>
          </a:prstGeom>
          <a:solidFill>
            <a:srgbClr val="2E6B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偏冷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29000" y="960120"/>
            <a:ext cx="292608" cy="292608"/>
          </a:xfrm>
          <a:prstGeom prst="ellipse">
            <a:avLst/>
          </a:prstGeom>
          <a:solidFill>
            <a:srgbClr val="C97A1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292608" cy="292608"/>
          </a:xfrm>
          <a:prstGeom prst="ellipse">
            <a:avLst/>
          </a:prstGeom>
          <a:solidFill>
            <a:srgbClr val="1680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偏湿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DormMate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宿舍环境助手 —— 一个系统 · 两条数据链 · 多端协同 · 事件闭环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V0.8R5 综合作品｜D1-D5 场景 + E1-E3 技术增强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为什么做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问题与目标：四个连续的问题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91640" y="1947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现在该看谁？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三间宿舍同时出现异常时，需要一个可解释、可重复、换数据就变的优先级判断（D2 优先关注）。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8745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60920" y="1947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怎么处理？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29400" y="25146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发现异常后要能执行处理动作，并让动作成为系统状态的一部分（D3 开启风扇/通风）。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0690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691640" y="41422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处理完怎么验证？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60120" y="47091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恢复不能由人点按钮决定，必须由后续新数据触发并自动判定（D3 恢复规则）。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79476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40690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360920" y="41422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事后怎么复盘？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29400" y="47091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完整事件记录 + 历史报告，回看谁出了问题、做了什么、结果如何（A4 事件复盘 + 报告）。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产品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最终产品形态：三端围绕同一套实时状态</a:t>
            </a:r>
            <a:endParaRPr lang="en-US" sz="3200" dirty="0"/>
          </a:p>
        </p:txBody>
      </p:sp>
      <p:pic>
        <p:nvPicPr>
          <p:cNvPr id="4" name="Image 0" descr="F:\AIcoding\nova-dormmate-final-2026\Evidence\D1\d1-three-nodes-on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766560" cy="3803904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486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 实时看板</a:t>
            </a:r>
            <a:endParaRPr lang="en-US" sz="1300" dirty="0"/>
          </a:p>
        </p:txBody>
      </p:sp>
      <p:pic>
        <p:nvPicPr>
          <p:cNvPr id="6" name="Image 1" descr="F:\AIcoding\nova-dormmate-final-2026\Evidence\E3\e3-mobile-dashboard-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54480"/>
            <a:ext cx="1920240" cy="3383280"/>
          </a:xfrm>
          <a:prstGeom prst="ellipse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80960" y="5029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移动端快查</a:t>
            </a:r>
            <a:endParaRPr lang="en-US" sz="1200" dirty="0"/>
          </a:p>
        </p:txBody>
      </p:sp>
      <p:pic>
        <p:nvPicPr>
          <p:cNvPr id="8" name="Image 2" descr="F:\AIcoding\nova-dormmate-final-2026\Evidence\E1\e1-priority-halo-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1554480"/>
            <a:ext cx="1691640" cy="3383280"/>
          </a:xfrm>
          <a:prstGeom prst="ellipse">
            <a:avLst/>
          </a:prstGeom>
        </p:spPr>
      </p:pic>
      <p:sp>
        <p:nvSpPr>
          <p:cNvPr id="9" name="Text 4"/>
          <p:cNvSpPr/>
          <p:nvPr/>
        </p:nvSpPr>
        <p:spPr>
          <a:xfrm>
            <a:off x="9829800" y="5029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数字孪生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680960" y="5577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三端订阅同一 MQTT 数据流：数值一致、状态一致、事件一致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架构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系统架构：一个系统、两条数据链</a:t>
            </a:r>
            <a:endParaRPr lang="en-US" sz="3200" dirty="0"/>
          </a:p>
        </p:txBody>
      </p:sp>
      <p:pic>
        <p:nvPicPr>
          <p:cNvPr id="4" name="Image 0" descr="F:\AIcoding\nova-dormmate-final-2026\docs\V08R5_Plans\diagram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108356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协同方式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多端协同：分工而不是复制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73936"/>
            <a:ext cx="402336" cy="402336"/>
          </a:xfrm>
          <a:prstGeom prst="ellipse">
            <a:avLst/>
          </a:prstGeom>
          <a:solidFill>
            <a:srgbClr val="27905E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68249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当前重点（总览条 / 优先横幅 / 依据卡片 / 处理状态）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0" y="1682496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实时数据在此汇聚，盯屏时一眼看到'现在最该看谁'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542032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761488"/>
            <a:ext cx="402336" cy="402336"/>
          </a:xfrm>
          <a:prstGeom prst="ellipse">
            <a:avLst/>
          </a:prstGeom>
          <a:solidFill>
            <a:srgbClr val="2E6BA8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7249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67004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快查快操作（三节点状态 / 重点标识 / 事件徽标 / 开风扇）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0" y="267004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随身场景快速定位，不复制 Dashboard 图表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529584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749040"/>
            <a:ext cx="402336" cy="402336"/>
          </a:xfrm>
          <a:prstGeom prst="ellipse">
            <a:avLst/>
          </a:prstGeom>
          <a:solidFill>
            <a:srgbClr val="C97A1B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37124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365760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空间状态（楼色 / 粒子 / 风扇 / 窗 / 光环 / 徽标 / 回放）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0" y="365760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空间位置用空间表达，哪个宿舍异常一眼定位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517136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6808C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47000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语音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464515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只读当前提醒（'朗读状态'读选中节点最新记录）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0" y="464515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语音适合短提醒，不适合长数据；听一句即可决策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72414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1554480" y="56875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report.html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563270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历史复盘（摘要 / 事件复盘 / ML 异常分析）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78240" y="563270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复盘要完整记录，静态报告可回看、可归档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场景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 多节点稳定运行 · D2 优先关注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663440"/>
          </a:xfrm>
          <a:prstGeom prst="roundRect">
            <a:avLst>
              <a:gd name="adj" fmla="val 1569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 三节点稳定运行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dorm-a/b/c 三节点同时在线，topic↔nodeId 双校验防串线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 一律本地规则重算，不信任消息值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坏 JSON / 缺字段 / 超范围拦截告警，Broker 重启自动重连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新消息到达，Dashboard / 3D / 移动端同时更新</a:t>
            </a:r>
            <a:endParaRPr lang="en-US" sz="1350" dirty="0"/>
          </a:p>
        </p:txBody>
      </p:sp>
      <p:pic>
        <p:nvPicPr>
          <p:cNvPr id="7" name="Image 0" descr="F:\AIcoding\nova-dormmate-final-2026\Evidence\D1\d1-three-nodes-on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434840"/>
            <a:ext cx="4480560" cy="160020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554480"/>
            <a:ext cx="5212080" cy="4663440"/>
          </a:xfrm>
          <a:prstGeom prst="roundRect">
            <a:avLst>
              <a:gd name="adj" fmla="val 1569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D2 持续异常与优先关注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583680" y="242316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规则：连续异常时长 → 异常次数 → nodeId 顺序（三条兜底链）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可解释：横幅直接给出理由（'已连续偏热 20 分钟'）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换数据即变：三组不同数据验证优先级随数据变化，不写死节点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 dormmate/priority 广播，3D 光环与移动端标识跟随</a:t>
            </a:r>
            <a:endParaRPr lang="en-US" sz="1350" dirty="0"/>
          </a:p>
        </p:txBody>
      </p:sp>
      <p:pic>
        <p:nvPicPr>
          <p:cNvPr id="11" name="Image 1" descr="F:\AIcoding\nova-dormmate-final-2026\Evidence\D2\d2-priority-grou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4434840"/>
            <a:ext cx="4480560" cy="160020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场景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D3 事件闭环 · D4 故障修复 · D5 Rule/ML 对照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74720" cy="4663440"/>
          </a:xfrm>
          <a:prstGeom prst="roundRect">
            <a:avLst>
              <a:gd name="adj" fmla="val 2105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C97A1B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D3 处理→验证→恢复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异常发现 → 建事件草稿（OPEN）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开启风扇 → 处理中（HANDLING）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 ≥2 条正常新数据 → 已恢复（RECOVERED）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恢复仅由新数据触发，按钮不能改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 ≥9 字段，三端共用同一 eventId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474720" cy="4663440"/>
          </a:xfrm>
          <a:prstGeom prst="roundRect">
            <a:avLst>
              <a:gd name="adj" fmla="val 2105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828800"/>
            <a:ext cx="365760" cy="365760"/>
          </a:xfrm>
          <a:prstGeom prst="ellipse">
            <a:avLst/>
          </a:prstGeom>
          <a:solidFill>
            <a:srgbClr val="2E6BA8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D4 实时链路故障与修复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63440" y="246888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坏 JSON → 拦截告警 + 丢弃计数，页面不受影响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串线消息（topic 与 nodeId 不符）→ 丢弃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Broker 停止 → 各端自动重连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修复后重发 → 立即恢复更新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 S7 幕保留完整故障修复过程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474720" cy="4663440"/>
          </a:xfrm>
          <a:prstGeom prst="roundRect">
            <a:avLst>
              <a:gd name="adj" fmla="val 2105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1828800"/>
            <a:ext cx="365760" cy="365760"/>
          </a:xfrm>
          <a:prstGeom prst="ellipse">
            <a:avLst/>
          </a:prstGeom>
          <a:solidFill>
            <a:srgbClr val="16808C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D5 固定规则与 ML 对照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12480" y="246888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IsolationForest 与固定规则双判断并排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组新数据对照，差异行高亮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诚实保留 1 个不理想案例（27.5℃/70%）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模型只是辅助，与规则并列保留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 Label/准确率/调参（任务边界）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技术增强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 3D 数字孪生 · E2 语音交互 · E3 移动端同步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74720" cy="4663440"/>
          </a:xfrm>
          <a:prstGeom prst="roundRect">
            <a:avLst>
              <a:gd name="adj" fmla="val 2105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5" name="Image 0" descr="F:\AIcoding\nova-dormmate-final-2026\Evidence\E1\e1-priority-halo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2834640" cy="228600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297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 3D 增强（7 条最低线全勾）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14400" y="5029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优先光环 · 事件徽标 · 镜头聚焦 · 事件回放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1554480"/>
            <a:ext cx="3474720" cy="4663440"/>
          </a:xfrm>
          <a:prstGeom prst="roundRect">
            <a:avLst>
              <a:gd name="adj" fmla="val 2105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9" name="Image 1" descr="F:\AIcoding\nova-dormmate-final-2026\Evidence\E2\e2-snapshot-r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828800"/>
            <a:ext cx="2834640" cy="2286000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4297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 Camera/ASR/TTS（6 条全勾）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663440" y="5029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条语音指令 · 快照叠加节点/时间/状态并关联事件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38160" y="1554480"/>
            <a:ext cx="3474720" cy="4663440"/>
          </a:xfrm>
          <a:prstGeom prst="roundRect">
            <a:avLst>
              <a:gd name="adj" fmla="val 2105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13" name="Image 2" descr="F:\AIcoding\nova-dormmate-final-2026\Evidence\E3\e3-mobile-dashboard-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828800"/>
            <a:ext cx="2834640" cy="2286000"/>
          </a:xfrm>
          <a:prstGeom prst="ellipse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0" y="4297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 web-移动端同步（6 条全勾）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412480" y="5029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MQTT 数据流 · 共享事件状态 · 移动开风扇联动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核心机制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事件生命周期：OPEN → HANDLING → RECOVERED</a:t>
            </a:r>
            <a:endParaRPr lang="en-US" sz="3200" dirty="0"/>
          </a:p>
        </p:txBody>
      </p:sp>
      <p:pic>
        <p:nvPicPr>
          <p:cNvPr id="4" name="Image 0" descr="F:\AIcoding\nova-dormmate-final-2026\docs\V08R5_Plans\diagram-event-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1083564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故障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一次真实故障与修复：坏 JSON 拦截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故障注入与修复过程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 dormmate/dorm-b/env 发布故意破坏的 JSON：{bad json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 校验链 JSON.parse 失败 → 告警横幅 + 丢弃计数 +1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页面不受影响，其他节点继续正常更新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修复：重发合法消息 → 立即恢复更新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同类防线：串线拦截 / 缺字段 / 超范围 / Broker 停自动重连</a:t>
            </a:r>
            <a:endParaRPr lang="en-US" sz="1350" dirty="0"/>
          </a:p>
        </p:txBody>
      </p:sp>
      <p:pic>
        <p:nvPicPr>
          <p:cNvPr id="7" name="Image 0" descr="F:\AIcoding\nova-dormmate-final-2026\Evidence\D4\d4-badjson-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920240"/>
            <a:ext cx="534924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0" y="2606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告警横幅：消息不是合法 JSON：{bad json</a:t>
            </a:r>
            <a:endParaRPr lang="en-US" sz="1150" dirty="0"/>
          </a:p>
        </p:txBody>
      </p:sp>
      <p:pic>
        <p:nvPicPr>
          <p:cNvPr id="9" name="Image 1" descr="F:\AIcoding\nova-dormmate-final-2026\Evidence\D4\d4-drop-cou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108960"/>
            <a:ext cx="2011680" cy="457200"/>
          </a:xfrm>
          <a:prstGeom prst="rect">
            <a:avLst/>
          </a:prstGeom>
        </p:spPr>
      </p:pic>
      <p:pic>
        <p:nvPicPr>
          <p:cNvPr id="10" name="Image 2" descr="F:\AIcoding\nova-dormmate-final-2026\Evidence\D4\d4-coldstart-conso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794760"/>
            <a:ext cx="5349240" cy="2194560"/>
          </a:xfrm>
          <a:prstGeom prst="ellipse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72200" y="6035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冷启动：真实按序启动 Broker 与模拟节点（终端输出直播）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对照案例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 / ML 对照：并列保留，模型只是辅助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值得分析的案例：27.5℃ / 70%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3891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固定规则：正常（27.5 &lt; 30 且 70 &lt; 75）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ML（IsolationForest）：与历史明显不同，分数 0.6738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分数高于三组规则异常组（0.5641 / 0.5967 / 0.6219）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可能原因：历史仅 40 条且全在 24~26℃ / 55~65% 窄区间，模型'常态'边界过窄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结论：ML 的语义是'与历史不同'而非'规则异常'，直接当异常提醒会误报——所以并列保留、辅助判断</a:t>
            </a:r>
            <a:endParaRPr lang="en-US" sz="1300" dirty="0"/>
          </a:p>
        </p:txBody>
      </p:sp>
      <p:pic>
        <p:nvPicPr>
          <p:cNvPr id="7" name="Image 0" descr="F:\AIcoding\nova-dormmate-final-2026\Evidence\D5\d5-report-ml-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00200"/>
            <a:ext cx="5577840" cy="4480560"/>
          </a:xfrm>
          <a:prstGeom prst="ellipse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· 设计决策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自主设计与亮点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928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93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优先级三条兜底链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63040" y="220370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 → 次数 → nodeId 顺序：任何数据下都有唯一、可解释的答案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8928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293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8660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事件状态唯一源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086600" y="220370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 状态机唯一持有 + event topic 广播，三端不各自维护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4930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295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401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手写极简 MQTT 客户端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63040" y="380390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移动端零依赖手写 MQTT 3.1.1 协议帧（30 项单测），不引入 npm 构建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2004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34930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5295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3401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快照与事件关联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086600" y="380390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语音拍照自动叠加节点/时间/状态，文件名含 eventId，事件卡片引用现场快照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8006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0932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1297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63040" y="5001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事件回放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463040" y="540410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每节点内存缓存最近记录，按时间轴重放状态颜色与粒子变化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8006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50932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51297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86600" y="5001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诚实的不理想案例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086600" y="540410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 对照保留 27.5℃/70% 误判案例与原因分析，不粉饰模型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· 开放拓展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Enhancement：如实说明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基础线声明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本项目基础线未引入任何超纲技术：无数据库、无真实传感器、无 LLM/RAG/Agent、无正式 ML 训练流程、不新建后端服务。开放拓展属任务书允许但非完成线前提，本作品如实标注'未纳入基础线'。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已完成的自主设计均属共同完成线内：手写 MQTT 客户端（零依赖）、3D 事件回放、快照事件关联等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60020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可作为后续方向的候选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24688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事件数据接云端存储与多机部署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真机同步（任务书 p15 明确不要求，属拓展）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真实传感器接入，替换模拟节点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 ASR 指令与多轮语音对话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更丰富的 3D 场景与事件动画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已知限制与后续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837944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6916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4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sklearn 在本机 Python 3.14 无法导入 → 纯 numpy 等价自实现 IsolationForest（README 记录替代原因）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889504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7432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4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 等价方案：Win+H 系统语音输入（webkitSpeechRecognition 依赖 Google 服务国内不可用）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941064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37947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4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'已恢复'展示是瞬态：恢复后新异常立即重新 OPEN，属规则正确行为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4992624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48463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4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演示只开一个 Dashboard：多实例会互相覆盖事件广播（状态机唯一持有者设计）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852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感谢观看 —— 欢迎现场核验：Run / Explain / Modify / Debug / Verify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2026-10-01T09:50:35Z</dcterms:created>
  <dcterms:modified xsi:type="dcterms:W3CDTF">2026-10-01T09:50:35Z</dcterms:modified>
</cp:coreProperties>
</file>